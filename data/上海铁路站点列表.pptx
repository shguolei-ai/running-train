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3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681418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54755" y="312928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16985" y="369443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上海南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88765" y="245618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上海宝山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49145" y="323215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安亭</a:t>
            </a:r>
            <a:r>
              <a:rPr lang="zh-CN" altLang="en-US" sz="800">
                <a:solidFill>
                  <a:schemeClr val="tx1"/>
                </a:solidFill>
              </a:rPr>
              <a:t>北</a:t>
            </a:r>
            <a:endParaRPr lang="zh-CN" altLang="en-US" sz="800">
              <a:solidFill>
                <a:schemeClr val="tx1"/>
              </a:solidFill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</a:rPr>
              <a:t>安亭西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28925" y="903605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崇明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76550" y="510667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上海松江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498465" y="561467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四团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28925" y="2922270"/>
            <a:ext cx="575945" cy="267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南翔北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69845" y="375285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上海虹桥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95425" y="510667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练塘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814195" y="170053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太仓</a:t>
            </a:r>
            <a:endParaRPr lang="zh-CN" altLang="en-US" sz="800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>
            <a:stCxn id="49" idx="6"/>
            <a:endCxn id="48" idx="2"/>
          </p:cNvCxnSpPr>
          <p:nvPr/>
        </p:nvCxnSpPr>
        <p:spPr>
          <a:xfrm>
            <a:off x="2413635" y="3129280"/>
            <a:ext cx="646430" cy="14478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46" idx="5"/>
            <a:endCxn id="35" idx="0"/>
          </p:cNvCxnSpPr>
          <p:nvPr/>
        </p:nvCxnSpPr>
        <p:spPr>
          <a:xfrm>
            <a:off x="3339465" y="3890645"/>
            <a:ext cx="153670" cy="36830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36" idx="7"/>
            <a:endCxn id="35" idx="3"/>
          </p:cNvCxnSpPr>
          <p:nvPr/>
        </p:nvCxnSpPr>
        <p:spPr>
          <a:xfrm flipV="1">
            <a:off x="2936875" y="4363720"/>
            <a:ext cx="515620" cy="59626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椭圆 34"/>
          <p:cNvSpPr/>
          <p:nvPr/>
        </p:nvSpPr>
        <p:spPr>
          <a:xfrm>
            <a:off x="3435985" y="425894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2839085" y="494220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连接符 36"/>
          <p:cNvCxnSpPr>
            <a:stCxn id="43" idx="7"/>
            <a:endCxn id="36" idx="3"/>
          </p:cNvCxnSpPr>
          <p:nvPr/>
        </p:nvCxnSpPr>
        <p:spPr>
          <a:xfrm flipV="1">
            <a:off x="803910" y="5046980"/>
            <a:ext cx="2051685" cy="158178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41" idx="6"/>
            <a:endCxn id="39" idx="2"/>
          </p:cNvCxnSpPr>
          <p:nvPr/>
        </p:nvCxnSpPr>
        <p:spPr>
          <a:xfrm>
            <a:off x="836930" y="4599940"/>
            <a:ext cx="923290" cy="34290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椭圆 38"/>
          <p:cNvSpPr/>
          <p:nvPr/>
        </p:nvSpPr>
        <p:spPr>
          <a:xfrm>
            <a:off x="1760220" y="488124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stCxn id="39" idx="6"/>
            <a:endCxn id="36" idx="2"/>
          </p:cNvCxnSpPr>
          <p:nvPr/>
        </p:nvCxnSpPr>
        <p:spPr>
          <a:xfrm>
            <a:off x="1874520" y="4942840"/>
            <a:ext cx="964565" cy="6096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椭圆 40"/>
          <p:cNvSpPr/>
          <p:nvPr/>
        </p:nvSpPr>
        <p:spPr>
          <a:xfrm>
            <a:off x="722630" y="453834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474980" y="466090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苏州南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706120" y="661098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94615" y="6401435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嘉兴</a:t>
            </a:r>
            <a:endParaRPr lang="zh-CN" altLang="en-US" sz="800">
              <a:solidFill>
                <a:schemeClr val="tx1"/>
              </a:solidFill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</a:rPr>
              <a:t>嘉兴</a:t>
            </a:r>
            <a:r>
              <a:rPr lang="zh-CN" altLang="en-US" sz="800">
                <a:solidFill>
                  <a:schemeClr val="tx1"/>
                </a:solidFill>
              </a:rPr>
              <a:t>南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3773805" y="398272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3241675" y="378587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7" name="直接连接符 46"/>
          <p:cNvCxnSpPr>
            <a:stCxn id="45" idx="3"/>
            <a:endCxn id="35" idx="7"/>
          </p:cNvCxnSpPr>
          <p:nvPr/>
        </p:nvCxnSpPr>
        <p:spPr>
          <a:xfrm flipH="1">
            <a:off x="3533775" y="4087495"/>
            <a:ext cx="256540" cy="18923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椭圆 47"/>
          <p:cNvSpPr/>
          <p:nvPr/>
        </p:nvSpPr>
        <p:spPr>
          <a:xfrm>
            <a:off x="3060065" y="321246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2299335" y="306768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2442845" y="235140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3949700" y="343281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4" name="直接连接符 53"/>
          <p:cNvCxnSpPr>
            <a:stCxn id="48" idx="4"/>
            <a:endCxn id="46" idx="0"/>
          </p:cNvCxnSpPr>
          <p:nvPr/>
        </p:nvCxnSpPr>
        <p:spPr>
          <a:xfrm>
            <a:off x="3117215" y="3335020"/>
            <a:ext cx="181610" cy="45085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endCxn id="53" idx="2"/>
          </p:cNvCxnSpPr>
          <p:nvPr/>
        </p:nvCxnSpPr>
        <p:spPr>
          <a:xfrm>
            <a:off x="3145790" y="3302635"/>
            <a:ext cx="803910" cy="19177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50" idx="4"/>
            <a:endCxn id="49" idx="0"/>
          </p:cNvCxnSpPr>
          <p:nvPr/>
        </p:nvCxnSpPr>
        <p:spPr>
          <a:xfrm flipH="1">
            <a:off x="2356485" y="2473960"/>
            <a:ext cx="143510" cy="59372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1866900" y="223901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太仓</a:t>
            </a:r>
            <a:r>
              <a:rPr lang="zh-CN" altLang="en-US" sz="800">
                <a:solidFill>
                  <a:schemeClr val="tx1"/>
                </a:solidFill>
              </a:rPr>
              <a:t>南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2469515" y="175133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1" name="直接连接符 60"/>
          <p:cNvCxnSpPr>
            <a:stCxn id="59" idx="3"/>
            <a:endCxn id="50" idx="7"/>
          </p:cNvCxnSpPr>
          <p:nvPr/>
        </p:nvCxnSpPr>
        <p:spPr>
          <a:xfrm>
            <a:off x="2486025" y="1856105"/>
            <a:ext cx="54610" cy="51308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椭圆 61"/>
          <p:cNvSpPr/>
          <p:nvPr/>
        </p:nvSpPr>
        <p:spPr>
          <a:xfrm>
            <a:off x="757555" y="98107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3435985" y="106934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526415" y="669925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常熟</a:t>
            </a:r>
            <a:endParaRPr lang="zh-CN" altLang="en-US" sz="800">
              <a:solidFill>
                <a:schemeClr val="tx1"/>
              </a:solidFill>
            </a:endParaRPr>
          </a:p>
        </p:txBody>
      </p:sp>
      <p:cxnSp>
        <p:nvCxnSpPr>
          <p:cNvPr id="65" name="直接连接符 64"/>
          <p:cNvCxnSpPr>
            <a:stCxn id="63" idx="4"/>
            <a:endCxn id="59" idx="0"/>
          </p:cNvCxnSpPr>
          <p:nvPr/>
        </p:nvCxnSpPr>
        <p:spPr>
          <a:xfrm flipH="1">
            <a:off x="2526665" y="1191895"/>
            <a:ext cx="966470" cy="55943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67" idx="2"/>
            <a:endCxn id="59" idx="6"/>
          </p:cNvCxnSpPr>
          <p:nvPr/>
        </p:nvCxnSpPr>
        <p:spPr>
          <a:xfrm flipH="1" flipV="1">
            <a:off x="2583815" y="1812925"/>
            <a:ext cx="1365885" cy="90487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椭圆 66"/>
          <p:cNvSpPr/>
          <p:nvPr/>
        </p:nvSpPr>
        <p:spPr>
          <a:xfrm>
            <a:off x="3949700" y="265620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0" name="直接连接符 69"/>
          <p:cNvCxnSpPr>
            <a:stCxn id="59" idx="1"/>
            <a:endCxn id="62" idx="6"/>
          </p:cNvCxnSpPr>
          <p:nvPr/>
        </p:nvCxnSpPr>
        <p:spPr>
          <a:xfrm flipH="1" flipV="1">
            <a:off x="871855" y="1042670"/>
            <a:ext cx="1614170" cy="72644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椭圆 70"/>
          <p:cNvSpPr/>
          <p:nvPr/>
        </p:nvSpPr>
        <p:spPr>
          <a:xfrm>
            <a:off x="5481955" y="410527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5688965" y="3982720"/>
            <a:ext cx="407035" cy="28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</a:t>
            </a:r>
            <a:r>
              <a:rPr lang="zh-CN" altLang="en-US" sz="800">
                <a:solidFill>
                  <a:schemeClr val="tx1"/>
                </a:solidFill>
              </a:rPr>
              <a:t>东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3452495" y="604710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2891790" y="5963920"/>
            <a:ext cx="407035" cy="28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</a:t>
            </a:r>
            <a:r>
              <a:rPr lang="zh-CN" altLang="en-US" sz="800">
                <a:solidFill>
                  <a:schemeClr val="tx1"/>
                </a:solidFill>
              </a:rPr>
              <a:t>金山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5481955" y="531431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6" name="直接连接符 75"/>
          <p:cNvCxnSpPr>
            <a:stCxn id="43" idx="6"/>
            <a:endCxn id="73" idx="3"/>
          </p:cNvCxnSpPr>
          <p:nvPr/>
        </p:nvCxnSpPr>
        <p:spPr>
          <a:xfrm flipV="1">
            <a:off x="820420" y="6151880"/>
            <a:ext cx="2648585" cy="52070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73" idx="0"/>
            <a:endCxn id="35" idx="4"/>
          </p:cNvCxnSpPr>
          <p:nvPr/>
        </p:nvCxnSpPr>
        <p:spPr>
          <a:xfrm flipH="1" flipV="1">
            <a:off x="3493135" y="4381500"/>
            <a:ext cx="16510" cy="166560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连接符 77"/>
          <p:cNvCxnSpPr>
            <a:stCxn id="71" idx="1"/>
            <a:endCxn id="67" idx="5"/>
          </p:cNvCxnSpPr>
          <p:nvPr/>
        </p:nvCxnSpPr>
        <p:spPr>
          <a:xfrm flipH="1" flipV="1">
            <a:off x="4047490" y="2760980"/>
            <a:ext cx="1450975" cy="136207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75" idx="0"/>
            <a:endCxn id="71" idx="4"/>
          </p:cNvCxnSpPr>
          <p:nvPr/>
        </p:nvCxnSpPr>
        <p:spPr>
          <a:xfrm flipV="1">
            <a:off x="5539105" y="4227830"/>
            <a:ext cx="0" cy="108648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椭圆 79"/>
          <p:cNvSpPr/>
          <p:nvPr/>
        </p:nvSpPr>
        <p:spPr>
          <a:xfrm>
            <a:off x="1495425" y="294513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2" name="直接连接符 81"/>
          <p:cNvCxnSpPr>
            <a:stCxn id="80" idx="6"/>
            <a:endCxn id="49" idx="2"/>
          </p:cNvCxnSpPr>
          <p:nvPr/>
        </p:nvCxnSpPr>
        <p:spPr>
          <a:xfrm>
            <a:off x="1609725" y="3006725"/>
            <a:ext cx="689610" cy="12255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连接符 82"/>
          <p:cNvCxnSpPr>
            <a:stCxn id="73" idx="6"/>
            <a:endCxn id="75" idx="3"/>
          </p:cNvCxnSpPr>
          <p:nvPr/>
        </p:nvCxnSpPr>
        <p:spPr>
          <a:xfrm flipV="1">
            <a:off x="3566795" y="5419090"/>
            <a:ext cx="1931670" cy="68961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54755" y="312928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16985" y="369443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上海南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88765" y="245618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上海宝山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49145" y="323215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安亭</a:t>
            </a:r>
            <a:r>
              <a:rPr lang="zh-CN" altLang="en-US" sz="800">
                <a:solidFill>
                  <a:schemeClr val="tx1"/>
                </a:solidFill>
              </a:rPr>
              <a:t>北</a:t>
            </a:r>
            <a:endParaRPr lang="zh-CN" altLang="en-US" sz="800">
              <a:solidFill>
                <a:schemeClr val="tx1"/>
              </a:solidFill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</a:rPr>
              <a:t>安亭西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28925" y="903605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崇明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76550" y="510667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上海松江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498465" y="561467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四团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28925" y="2922270"/>
            <a:ext cx="575945" cy="267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南翔北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69845" y="375285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上海虹桥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95425" y="510667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练塘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814195" y="170053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太仓</a:t>
            </a:r>
            <a:endParaRPr lang="zh-CN" altLang="en-US" sz="800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>
            <a:stCxn id="49" idx="6"/>
            <a:endCxn id="48" idx="2"/>
          </p:cNvCxnSpPr>
          <p:nvPr/>
        </p:nvCxnSpPr>
        <p:spPr>
          <a:xfrm>
            <a:off x="2413635" y="3129280"/>
            <a:ext cx="646430" cy="14478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46" idx="5"/>
            <a:endCxn id="35" idx="0"/>
          </p:cNvCxnSpPr>
          <p:nvPr/>
        </p:nvCxnSpPr>
        <p:spPr>
          <a:xfrm>
            <a:off x="3339465" y="3890645"/>
            <a:ext cx="153670" cy="36830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36" idx="7"/>
            <a:endCxn id="35" idx="3"/>
          </p:cNvCxnSpPr>
          <p:nvPr/>
        </p:nvCxnSpPr>
        <p:spPr>
          <a:xfrm flipV="1">
            <a:off x="2936875" y="4363720"/>
            <a:ext cx="515620" cy="59626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椭圆 34"/>
          <p:cNvSpPr/>
          <p:nvPr/>
        </p:nvSpPr>
        <p:spPr>
          <a:xfrm>
            <a:off x="3435985" y="425894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2839085" y="494220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连接符 36"/>
          <p:cNvCxnSpPr>
            <a:stCxn id="43" idx="7"/>
            <a:endCxn id="36" idx="3"/>
          </p:cNvCxnSpPr>
          <p:nvPr/>
        </p:nvCxnSpPr>
        <p:spPr>
          <a:xfrm flipV="1">
            <a:off x="803910" y="5046980"/>
            <a:ext cx="2051685" cy="158178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41" idx="6"/>
            <a:endCxn id="39" idx="2"/>
          </p:cNvCxnSpPr>
          <p:nvPr/>
        </p:nvCxnSpPr>
        <p:spPr>
          <a:xfrm>
            <a:off x="836930" y="4599940"/>
            <a:ext cx="923290" cy="34290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椭圆 38"/>
          <p:cNvSpPr/>
          <p:nvPr/>
        </p:nvSpPr>
        <p:spPr>
          <a:xfrm>
            <a:off x="1760220" y="488124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stCxn id="39" idx="6"/>
            <a:endCxn id="36" idx="2"/>
          </p:cNvCxnSpPr>
          <p:nvPr/>
        </p:nvCxnSpPr>
        <p:spPr>
          <a:xfrm>
            <a:off x="1874520" y="4942840"/>
            <a:ext cx="964565" cy="6096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椭圆 40"/>
          <p:cNvSpPr/>
          <p:nvPr/>
        </p:nvSpPr>
        <p:spPr>
          <a:xfrm>
            <a:off x="722630" y="453834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474980" y="466090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苏州南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706120" y="661098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1366520" y="6458585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嘉兴</a:t>
            </a:r>
            <a:endParaRPr lang="zh-CN" altLang="en-US" sz="800">
              <a:solidFill>
                <a:schemeClr val="tx1"/>
              </a:solidFill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</a:rPr>
              <a:t>嘉兴</a:t>
            </a:r>
            <a:r>
              <a:rPr lang="zh-CN" altLang="en-US" sz="800">
                <a:solidFill>
                  <a:schemeClr val="tx1"/>
                </a:solidFill>
              </a:rPr>
              <a:t>南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3773805" y="398272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3241675" y="378587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7" name="直接连接符 46"/>
          <p:cNvCxnSpPr>
            <a:stCxn id="45" idx="3"/>
            <a:endCxn id="35" idx="7"/>
          </p:cNvCxnSpPr>
          <p:nvPr/>
        </p:nvCxnSpPr>
        <p:spPr>
          <a:xfrm flipH="1">
            <a:off x="3533775" y="4087495"/>
            <a:ext cx="256540" cy="18923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椭圆 47"/>
          <p:cNvSpPr/>
          <p:nvPr/>
        </p:nvSpPr>
        <p:spPr>
          <a:xfrm>
            <a:off x="3060065" y="321246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2299335" y="306768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2442845" y="235140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3949700" y="343281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4" name="直接连接符 53"/>
          <p:cNvCxnSpPr>
            <a:stCxn id="48" idx="4"/>
            <a:endCxn id="46" idx="0"/>
          </p:cNvCxnSpPr>
          <p:nvPr/>
        </p:nvCxnSpPr>
        <p:spPr>
          <a:xfrm>
            <a:off x="3117215" y="3335020"/>
            <a:ext cx="181610" cy="45085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endCxn id="53" idx="2"/>
          </p:cNvCxnSpPr>
          <p:nvPr/>
        </p:nvCxnSpPr>
        <p:spPr>
          <a:xfrm>
            <a:off x="3145790" y="3302635"/>
            <a:ext cx="803910" cy="19177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50" idx="4"/>
            <a:endCxn id="49" idx="0"/>
          </p:cNvCxnSpPr>
          <p:nvPr/>
        </p:nvCxnSpPr>
        <p:spPr>
          <a:xfrm flipH="1">
            <a:off x="2356485" y="2473960"/>
            <a:ext cx="143510" cy="59372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1866900" y="223901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太仓</a:t>
            </a:r>
            <a:r>
              <a:rPr lang="zh-CN" altLang="en-US" sz="800">
                <a:solidFill>
                  <a:schemeClr val="tx1"/>
                </a:solidFill>
              </a:rPr>
              <a:t>南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2469515" y="175133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1" name="直接连接符 60"/>
          <p:cNvCxnSpPr>
            <a:stCxn id="59" idx="3"/>
            <a:endCxn id="50" idx="7"/>
          </p:cNvCxnSpPr>
          <p:nvPr/>
        </p:nvCxnSpPr>
        <p:spPr>
          <a:xfrm>
            <a:off x="2486025" y="1856105"/>
            <a:ext cx="54610" cy="51308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椭圆 61"/>
          <p:cNvSpPr/>
          <p:nvPr/>
        </p:nvSpPr>
        <p:spPr>
          <a:xfrm>
            <a:off x="757555" y="98107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3435985" y="106934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526415" y="669925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常熟</a:t>
            </a:r>
            <a:endParaRPr lang="zh-CN" altLang="en-US" sz="800">
              <a:solidFill>
                <a:schemeClr val="tx1"/>
              </a:solidFill>
            </a:endParaRPr>
          </a:p>
        </p:txBody>
      </p:sp>
      <p:cxnSp>
        <p:nvCxnSpPr>
          <p:cNvPr id="65" name="直接连接符 64"/>
          <p:cNvCxnSpPr>
            <a:stCxn id="63" idx="4"/>
            <a:endCxn id="59" idx="0"/>
          </p:cNvCxnSpPr>
          <p:nvPr/>
        </p:nvCxnSpPr>
        <p:spPr>
          <a:xfrm flipH="1">
            <a:off x="2526665" y="1191895"/>
            <a:ext cx="966470" cy="55943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67" idx="2"/>
            <a:endCxn id="59" idx="6"/>
          </p:cNvCxnSpPr>
          <p:nvPr/>
        </p:nvCxnSpPr>
        <p:spPr>
          <a:xfrm flipH="1" flipV="1">
            <a:off x="2583815" y="1812925"/>
            <a:ext cx="1365885" cy="90487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椭圆 66"/>
          <p:cNvSpPr/>
          <p:nvPr/>
        </p:nvSpPr>
        <p:spPr>
          <a:xfrm>
            <a:off x="3949700" y="265620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0" name="直接连接符 69"/>
          <p:cNvCxnSpPr>
            <a:stCxn id="59" idx="1"/>
            <a:endCxn id="62" idx="6"/>
          </p:cNvCxnSpPr>
          <p:nvPr/>
        </p:nvCxnSpPr>
        <p:spPr>
          <a:xfrm flipH="1" flipV="1">
            <a:off x="871855" y="1042670"/>
            <a:ext cx="1614170" cy="72644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椭圆 70"/>
          <p:cNvSpPr/>
          <p:nvPr/>
        </p:nvSpPr>
        <p:spPr>
          <a:xfrm>
            <a:off x="5610860" y="404114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5688965" y="3982720"/>
            <a:ext cx="407035" cy="28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</a:t>
            </a:r>
            <a:r>
              <a:rPr lang="zh-CN" altLang="en-US" sz="800">
                <a:solidFill>
                  <a:schemeClr val="tx1"/>
                </a:solidFill>
              </a:rPr>
              <a:t>东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3452495" y="604710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2891790" y="5963920"/>
            <a:ext cx="407035" cy="28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</a:t>
            </a:r>
            <a:r>
              <a:rPr lang="zh-CN" altLang="en-US" sz="800">
                <a:solidFill>
                  <a:schemeClr val="tx1"/>
                </a:solidFill>
              </a:rPr>
              <a:t>金山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5481955" y="531431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6" name="直接连接符 75"/>
          <p:cNvCxnSpPr>
            <a:stCxn id="43" idx="6"/>
            <a:endCxn id="73" idx="3"/>
          </p:cNvCxnSpPr>
          <p:nvPr/>
        </p:nvCxnSpPr>
        <p:spPr>
          <a:xfrm flipV="1">
            <a:off x="820420" y="6151880"/>
            <a:ext cx="2648585" cy="52070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73" idx="0"/>
            <a:endCxn id="35" idx="4"/>
          </p:cNvCxnSpPr>
          <p:nvPr/>
        </p:nvCxnSpPr>
        <p:spPr>
          <a:xfrm flipH="1" flipV="1">
            <a:off x="3493135" y="4381500"/>
            <a:ext cx="16510" cy="166560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连接符 77"/>
          <p:cNvCxnSpPr>
            <a:stCxn id="71" idx="1"/>
            <a:endCxn id="67" idx="5"/>
          </p:cNvCxnSpPr>
          <p:nvPr/>
        </p:nvCxnSpPr>
        <p:spPr>
          <a:xfrm flipH="1" flipV="1">
            <a:off x="4047490" y="2760980"/>
            <a:ext cx="1579880" cy="129794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75" idx="0"/>
            <a:endCxn id="71" idx="4"/>
          </p:cNvCxnSpPr>
          <p:nvPr/>
        </p:nvCxnSpPr>
        <p:spPr>
          <a:xfrm flipV="1">
            <a:off x="5539105" y="4163695"/>
            <a:ext cx="128905" cy="115062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椭圆 79"/>
          <p:cNvSpPr/>
          <p:nvPr/>
        </p:nvSpPr>
        <p:spPr>
          <a:xfrm>
            <a:off x="1495425" y="294513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2" name="直接连接符 81"/>
          <p:cNvCxnSpPr>
            <a:stCxn id="80" idx="6"/>
            <a:endCxn id="49" idx="2"/>
          </p:cNvCxnSpPr>
          <p:nvPr/>
        </p:nvCxnSpPr>
        <p:spPr>
          <a:xfrm>
            <a:off x="1609725" y="3006725"/>
            <a:ext cx="689610" cy="12255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连接符 82"/>
          <p:cNvCxnSpPr>
            <a:stCxn id="73" idx="6"/>
            <a:endCxn id="75" idx="3"/>
          </p:cNvCxnSpPr>
          <p:nvPr/>
        </p:nvCxnSpPr>
        <p:spPr>
          <a:xfrm flipV="1">
            <a:off x="3566795" y="5419090"/>
            <a:ext cx="1931670" cy="68961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 rot="2700000">
            <a:off x="2673985" y="2988945"/>
            <a:ext cx="3326765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 rot="8100000">
            <a:off x="506730" y="5343525"/>
            <a:ext cx="3895090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" name="矩形 1"/>
          <p:cNvSpPr/>
          <p:nvPr/>
        </p:nvSpPr>
        <p:spPr>
          <a:xfrm>
            <a:off x="245745" y="3232150"/>
            <a:ext cx="3642360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 rot="5400000">
            <a:off x="898525" y="1774190"/>
            <a:ext cx="2840355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2280920" y="1812925"/>
            <a:ext cx="908685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 rot="2700000">
            <a:off x="3008630" y="4074160"/>
            <a:ext cx="626110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rot="5400000">
            <a:off x="2749550" y="3552825"/>
            <a:ext cx="716915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 rot="5400000">
            <a:off x="2560955" y="5243195"/>
            <a:ext cx="1894205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245745" y="4970780"/>
            <a:ext cx="2593975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4" name="矩形 23"/>
          <p:cNvSpPr/>
          <p:nvPr/>
        </p:nvSpPr>
        <p:spPr>
          <a:xfrm rot="2700000">
            <a:off x="586740" y="1108710"/>
            <a:ext cx="2022475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245745" y="6151880"/>
            <a:ext cx="5312410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9" name="矩形 28"/>
          <p:cNvSpPr/>
          <p:nvPr/>
        </p:nvSpPr>
        <p:spPr>
          <a:xfrm rot="5400000">
            <a:off x="4495800" y="5165725"/>
            <a:ext cx="2048510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54755" y="312928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16985" y="369443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上海南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88765" y="245618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上海宝山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49145" y="323215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安亭</a:t>
            </a:r>
            <a:r>
              <a:rPr lang="zh-CN" altLang="en-US" sz="800">
                <a:solidFill>
                  <a:schemeClr val="tx1"/>
                </a:solidFill>
              </a:rPr>
              <a:t>北</a:t>
            </a:r>
            <a:endParaRPr lang="zh-CN" altLang="en-US" sz="800">
              <a:solidFill>
                <a:schemeClr val="tx1"/>
              </a:solidFill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</a:rPr>
              <a:t>安亭西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28925" y="903605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崇明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76550" y="510667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上海松江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498465" y="561467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四团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28925" y="2922270"/>
            <a:ext cx="575945" cy="267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南翔北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69845" y="375285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上海虹桥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495425" y="510667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练塘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814195" y="170053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太仓</a:t>
            </a:r>
            <a:endParaRPr lang="zh-CN" altLang="en-US" sz="800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>
            <a:stCxn id="49" idx="6"/>
            <a:endCxn id="48" idx="2"/>
          </p:cNvCxnSpPr>
          <p:nvPr/>
        </p:nvCxnSpPr>
        <p:spPr>
          <a:xfrm>
            <a:off x="2413635" y="3129280"/>
            <a:ext cx="646430" cy="14478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46" idx="5"/>
            <a:endCxn id="35" idx="0"/>
          </p:cNvCxnSpPr>
          <p:nvPr/>
        </p:nvCxnSpPr>
        <p:spPr>
          <a:xfrm>
            <a:off x="3339465" y="3890645"/>
            <a:ext cx="153670" cy="36830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36" idx="7"/>
            <a:endCxn id="35" idx="3"/>
          </p:cNvCxnSpPr>
          <p:nvPr/>
        </p:nvCxnSpPr>
        <p:spPr>
          <a:xfrm flipV="1">
            <a:off x="2936875" y="4363720"/>
            <a:ext cx="515620" cy="59626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椭圆 34"/>
          <p:cNvSpPr/>
          <p:nvPr/>
        </p:nvSpPr>
        <p:spPr>
          <a:xfrm>
            <a:off x="3435985" y="425894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2839085" y="494220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连接符 36"/>
          <p:cNvCxnSpPr>
            <a:stCxn id="43" idx="7"/>
            <a:endCxn id="36" idx="3"/>
          </p:cNvCxnSpPr>
          <p:nvPr/>
        </p:nvCxnSpPr>
        <p:spPr>
          <a:xfrm flipV="1">
            <a:off x="803910" y="5046980"/>
            <a:ext cx="2051685" cy="158178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41" idx="6"/>
            <a:endCxn id="39" idx="2"/>
          </p:cNvCxnSpPr>
          <p:nvPr/>
        </p:nvCxnSpPr>
        <p:spPr>
          <a:xfrm>
            <a:off x="836930" y="4599940"/>
            <a:ext cx="923290" cy="34290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椭圆 38"/>
          <p:cNvSpPr/>
          <p:nvPr/>
        </p:nvSpPr>
        <p:spPr>
          <a:xfrm>
            <a:off x="1760220" y="488124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0" name="直接连接符 39"/>
          <p:cNvCxnSpPr>
            <a:stCxn id="39" idx="6"/>
            <a:endCxn id="36" idx="2"/>
          </p:cNvCxnSpPr>
          <p:nvPr/>
        </p:nvCxnSpPr>
        <p:spPr>
          <a:xfrm>
            <a:off x="1874520" y="4942840"/>
            <a:ext cx="964565" cy="6096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椭圆 40"/>
          <p:cNvSpPr/>
          <p:nvPr/>
        </p:nvSpPr>
        <p:spPr>
          <a:xfrm>
            <a:off x="722630" y="453834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474980" y="466090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苏州南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706120" y="661098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1366520" y="6458585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嘉兴</a:t>
            </a:r>
            <a:endParaRPr lang="zh-CN" altLang="en-US" sz="800">
              <a:solidFill>
                <a:schemeClr val="tx1"/>
              </a:solidFill>
            </a:endParaRPr>
          </a:p>
          <a:p>
            <a:pPr algn="ctr"/>
            <a:r>
              <a:rPr lang="zh-CN" altLang="en-US" sz="800">
                <a:solidFill>
                  <a:schemeClr val="tx1"/>
                </a:solidFill>
              </a:rPr>
              <a:t>嘉兴</a:t>
            </a:r>
            <a:r>
              <a:rPr lang="zh-CN" altLang="en-US" sz="800">
                <a:solidFill>
                  <a:schemeClr val="tx1"/>
                </a:solidFill>
              </a:rPr>
              <a:t>南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3773805" y="398272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3241675" y="378587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7" name="直接连接符 46"/>
          <p:cNvCxnSpPr>
            <a:stCxn id="45" idx="3"/>
            <a:endCxn id="35" idx="7"/>
          </p:cNvCxnSpPr>
          <p:nvPr/>
        </p:nvCxnSpPr>
        <p:spPr>
          <a:xfrm flipH="1">
            <a:off x="3533775" y="4087495"/>
            <a:ext cx="256540" cy="18923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椭圆 47"/>
          <p:cNvSpPr/>
          <p:nvPr/>
        </p:nvSpPr>
        <p:spPr>
          <a:xfrm>
            <a:off x="3060065" y="321246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2299335" y="306768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2442845" y="235140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3949700" y="343281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4" name="直接连接符 53"/>
          <p:cNvCxnSpPr>
            <a:stCxn id="48" idx="4"/>
            <a:endCxn id="46" idx="0"/>
          </p:cNvCxnSpPr>
          <p:nvPr/>
        </p:nvCxnSpPr>
        <p:spPr>
          <a:xfrm>
            <a:off x="3117215" y="3335020"/>
            <a:ext cx="181610" cy="45085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endCxn id="53" idx="2"/>
          </p:cNvCxnSpPr>
          <p:nvPr/>
        </p:nvCxnSpPr>
        <p:spPr>
          <a:xfrm>
            <a:off x="3145790" y="3302635"/>
            <a:ext cx="803910" cy="19177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50" idx="4"/>
            <a:endCxn id="49" idx="0"/>
          </p:cNvCxnSpPr>
          <p:nvPr/>
        </p:nvCxnSpPr>
        <p:spPr>
          <a:xfrm flipH="1">
            <a:off x="2356485" y="2473960"/>
            <a:ext cx="143510" cy="59372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1866900" y="2239010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太仓</a:t>
            </a:r>
            <a:r>
              <a:rPr lang="zh-CN" altLang="en-US" sz="800">
                <a:solidFill>
                  <a:schemeClr val="tx1"/>
                </a:solidFill>
              </a:rPr>
              <a:t>南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2469515" y="175133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1" name="直接连接符 60"/>
          <p:cNvCxnSpPr>
            <a:stCxn id="59" idx="3"/>
            <a:endCxn id="50" idx="7"/>
          </p:cNvCxnSpPr>
          <p:nvPr/>
        </p:nvCxnSpPr>
        <p:spPr>
          <a:xfrm>
            <a:off x="2486025" y="1856105"/>
            <a:ext cx="54610" cy="51308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椭圆 61"/>
          <p:cNvSpPr/>
          <p:nvPr/>
        </p:nvSpPr>
        <p:spPr>
          <a:xfrm>
            <a:off x="757555" y="98107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2275840" y="98107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526415" y="669925"/>
            <a:ext cx="576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常熟</a:t>
            </a:r>
            <a:endParaRPr lang="zh-CN" altLang="en-US" sz="800">
              <a:solidFill>
                <a:schemeClr val="tx1"/>
              </a:solidFill>
            </a:endParaRPr>
          </a:p>
        </p:txBody>
      </p:sp>
      <p:cxnSp>
        <p:nvCxnSpPr>
          <p:cNvPr id="65" name="直接连接符 64"/>
          <p:cNvCxnSpPr>
            <a:stCxn id="63" idx="4"/>
            <a:endCxn id="59" idx="0"/>
          </p:cNvCxnSpPr>
          <p:nvPr/>
        </p:nvCxnSpPr>
        <p:spPr>
          <a:xfrm>
            <a:off x="2332990" y="1103630"/>
            <a:ext cx="193675" cy="64770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67" idx="2"/>
            <a:endCxn id="59" idx="6"/>
          </p:cNvCxnSpPr>
          <p:nvPr/>
        </p:nvCxnSpPr>
        <p:spPr>
          <a:xfrm flipH="1" flipV="1">
            <a:off x="2583815" y="1812925"/>
            <a:ext cx="1365885" cy="90487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椭圆 66"/>
          <p:cNvSpPr/>
          <p:nvPr/>
        </p:nvSpPr>
        <p:spPr>
          <a:xfrm>
            <a:off x="3949700" y="265620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0" name="直接连接符 69"/>
          <p:cNvCxnSpPr>
            <a:stCxn id="59" idx="1"/>
            <a:endCxn id="62" idx="6"/>
          </p:cNvCxnSpPr>
          <p:nvPr/>
        </p:nvCxnSpPr>
        <p:spPr>
          <a:xfrm flipH="1" flipV="1">
            <a:off x="871855" y="1042670"/>
            <a:ext cx="1614170" cy="72644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椭圆 70"/>
          <p:cNvSpPr/>
          <p:nvPr/>
        </p:nvSpPr>
        <p:spPr>
          <a:xfrm>
            <a:off x="5610860" y="404114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5688965" y="3982720"/>
            <a:ext cx="407035" cy="28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</a:t>
            </a:r>
            <a:r>
              <a:rPr lang="zh-CN" altLang="en-US" sz="800">
                <a:solidFill>
                  <a:schemeClr val="tx1"/>
                </a:solidFill>
              </a:rPr>
              <a:t>东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3452495" y="604710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2891790" y="5963920"/>
            <a:ext cx="407035" cy="28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lIns="0" tIns="0" rIns="0" bIns="0" rtlCol="0" anchor="ctr" anchorCtr="0">
            <a:noAutofit/>
          </a:bodyPr>
          <a:p>
            <a:pPr algn="ctr"/>
            <a:r>
              <a:rPr lang="zh-CN" altLang="en-US" sz="800">
                <a:solidFill>
                  <a:schemeClr val="tx1"/>
                </a:solidFill>
              </a:rPr>
              <a:t>上海</a:t>
            </a:r>
            <a:r>
              <a:rPr lang="zh-CN" altLang="en-US" sz="800">
                <a:solidFill>
                  <a:schemeClr val="tx1"/>
                </a:solidFill>
              </a:rPr>
              <a:t>金山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5481955" y="5314315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6" name="直接连接符 75"/>
          <p:cNvCxnSpPr>
            <a:stCxn id="43" idx="6"/>
            <a:endCxn id="73" idx="3"/>
          </p:cNvCxnSpPr>
          <p:nvPr/>
        </p:nvCxnSpPr>
        <p:spPr>
          <a:xfrm flipV="1">
            <a:off x="820420" y="6151880"/>
            <a:ext cx="2648585" cy="52070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73" idx="0"/>
            <a:endCxn id="35" idx="4"/>
          </p:cNvCxnSpPr>
          <p:nvPr/>
        </p:nvCxnSpPr>
        <p:spPr>
          <a:xfrm flipH="1" flipV="1">
            <a:off x="3493135" y="4381500"/>
            <a:ext cx="16510" cy="166560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连接符 77"/>
          <p:cNvCxnSpPr>
            <a:stCxn id="71" idx="1"/>
            <a:endCxn id="67" idx="5"/>
          </p:cNvCxnSpPr>
          <p:nvPr/>
        </p:nvCxnSpPr>
        <p:spPr>
          <a:xfrm flipH="1" flipV="1">
            <a:off x="4047490" y="2760980"/>
            <a:ext cx="1579880" cy="129794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75" idx="0"/>
            <a:endCxn id="71" idx="4"/>
          </p:cNvCxnSpPr>
          <p:nvPr/>
        </p:nvCxnSpPr>
        <p:spPr>
          <a:xfrm flipV="1">
            <a:off x="5539105" y="4163695"/>
            <a:ext cx="128905" cy="115062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0" name="椭圆 79"/>
          <p:cNvSpPr/>
          <p:nvPr/>
        </p:nvSpPr>
        <p:spPr>
          <a:xfrm>
            <a:off x="1495425" y="2945130"/>
            <a:ext cx="114300" cy="1225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2" name="直接连接符 81"/>
          <p:cNvCxnSpPr>
            <a:stCxn id="80" idx="6"/>
            <a:endCxn id="49" idx="2"/>
          </p:cNvCxnSpPr>
          <p:nvPr/>
        </p:nvCxnSpPr>
        <p:spPr>
          <a:xfrm>
            <a:off x="1609725" y="3006725"/>
            <a:ext cx="689610" cy="12255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连接符 82"/>
          <p:cNvCxnSpPr>
            <a:stCxn id="73" idx="6"/>
            <a:endCxn id="75" idx="3"/>
          </p:cNvCxnSpPr>
          <p:nvPr/>
        </p:nvCxnSpPr>
        <p:spPr>
          <a:xfrm flipV="1">
            <a:off x="3566795" y="5419090"/>
            <a:ext cx="1931670" cy="68961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 rot="2700000">
            <a:off x="2673985" y="2988945"/>
            <a:ext cx="3326765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 rot="8100000">
            <a:off x="506730" y="5343525"/>
            <a:ext cx="3895090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" name="矩形 1"/>
          <p:cNvSpPr/>
          <p:nvPr/>
        </p:nvSpPr>
        <p:spPr>
          <a:xfrm>
            <a:off x="245745" y="3232150"/>
            <a:ext cx="3642360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 rot="5400000">
            <a:off x="898525" y="1774190"/>
            <a:ext cx="2840355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2280920" y="1812925"/>
            <a:ext cx="908685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 rot="2700000">
            <a:off x="3008630" y="4074160"/>
            <a:ext cx="626110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rot="5400000">
            <a:off x="2749550" y="3552825"/>
            <a:ext cx="716915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 rot="5400000">
            <a:off x="2560955" y="5243195"/>
            <a:ext cx="1894205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245745" y="4970780"/>
            <a:ext cx="2593975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4" name="矩形 23"/>
          <p:cNvSpPr/>
          <p:nvPr/>
        </p:nvSpPr>
        <p:spPr>
          <a:xfrm rot="2700000">
            <a:off x="586740" y="1108710"/>
            <a:ext cx="2022475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245745" y="6151880"/>
            <a:ext cx="5312410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  <p:sp>
        <p:nvSpPr>
          <p:cNvPr id="29" name="矩形 28"/>
          <p:cNvSpPr/>
          <p:nvPr/>
        </p:nvSpPr>
        <p:spPr>
          <a:xfrm rot="5400000">
            <a:off x="4495800" y="5165725"/>
            <a:ext cx="2048510" cy="76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" name="矩形 83"/>
          <p:cNvSpPr/>
          <p:nvPr/>
        </p:nvSpPr>
        <p:spPr>
          <a:xfrm rot="2700000">
            <a:off x="3811513" y="2683047"/>
            <a:ext cx="3361055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endParaRPr lang="zh-CN" altLang="en-US"/>
          </a:p>
        </p:txBody>
      </p:sp>
      <p:sp>
        <p:nvSpPr>
          <p:cNvPr id="85" name="矩形 84"/>
          <p:cNvSpPr/>
          <p:nvPr/>
        </p:nvSpPr>
        <p:spPr>
          <a:xfrm rot="8100000">
            <a:off x="1602348" y="5082563"/>
            <a:ext cx="3957955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1911985" y="2914650"/>
            <a:ext cx="311150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 rot="5400000">
            <a:off x="2249670" y="1719275"/>
            <a:ext cx="237600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3416300" y="1495425"/>
            <a:ext cx="90170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 rot="2700000">
            <a:off x="4158223" y="3762547"/>
            <a:ext cx="62611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rot="5400000">
            <a:off x="3920270" y="3240820"/>
            <a:ext cx="68707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 rot="5400000">
            <a:off x="3749762" y="4912468"/>
            <a:ext cx="187200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 flipV="1">
            <a:off x="1911350" y="4650740"/>
            <a:ext cx="208800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p>
            <a:pPr algn="ctr"/>
            <a:endParaRPr lang="en-US" altLang="zh-CN"/>
          </a:p>
        </p:txBody>
      </p:sp>
      <p:sp>
        <p:nvSpPr>
          <p:cNvPr id="24" name="矩形 23"/>
          <p:cNvSpPr/>
          <p:nvPr/>
        </p:nvSpPr>
        <p:spPr>
          <a:xfrm rot="2700000">
            <a:off x="2241046" y="998288"/>
            <a:ext cx="140400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912620" y="5834380"/>
            <a:ext cx="4780915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endParaRPr lang="en-US" altLang="zh-CN"/>
          </a:p>
        </p:txBody>
      </p:sp>
      <p:sp>
        <p:nvSpPr>
          <p:cNvPr id="29" name="矩形 28"/>
          <p:cNvSpPr/>
          <p:nvPr/>
        </p:nvSpPr>
        <p:spPr>
          <a:xfrm rot="5400000">
            <a:off x="5685852" y="4845183"/>
            <a:ext cx="198000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4468495" y="2706370"/>
            <a:ext cx="41275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"/>
              <a:t>G7535</a:t>
            </a:r>
            <a:endParaRPr lang="en-US" altLang="zh-CN" sz="600"/>
          </a:p>
        </p:txBody>
      </p:sp>
      <p:sp>
        <p:nvSpPr>
          <p:cNvPr id="28" name="文本框 27"/>
          <p:cNvSpPr txBox="1"/>
          <p:nvPr/>
        </p:nvSpPr>
        <p:spPr>
          <a:xfrm>
            <a:off x="3824605" y="2706370"/>
            <a:ext cx="41275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"/>
              <a:t>G23</a:t>
            </a:r>
            <a:endParaRPr lang="en-US" altLang="zh-CN" sz="600"/>
          </a:p>
        </p:txBody>
      </p:sp>
      <p:sp>
        <p:nvSpPr>
          <p:cNvPr id="30" name="矩形 29"/>
          <p:cNvSpPr/>
          <p:nvPr/>
        </p:nvSpPr>
        <p:spPr>
          <a:xfrm>
            <a:off x="4656455" y="2894330"/>
            <a:ext cx="36000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4740275" y="2941320"/>
            <a:ext cx="36000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4584700" y="2975610"/>
            <a:ext cx="344805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"/>
              <a:t>G12</a:t>
            </a:r>
            <a:endParaRPr lang="en-US" altLang="zh-CN" sz="600"/>
          </a:p>
        </p:txBody>
      </p:sp>
      <p:sp>
        <p:nvSpPr>
          <p:cNvPr id="33" name="矩形 32"/>
          <p:cNvSpPr/>
          <p:nvPr/>
        </p:nvSpPr>
        <p:spPr>
          <a:xfrm>
            <a:off x="3981450" y="2894330"/>
            <a:ext cx="36000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695325" y="2661920"/>
            <a:ext cx="1142365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600"/>
              <a:t>京沪线</a:t>
            </a:r>
            <a:r>
              <a:rPr lang="en-US" altLang="zh-CN" sz="600"/>
              <a:t> </a:t>
            </a:r>
            <a:r>
              <a:rPr lang="zh-CN" altLang="en-US" sz="600"/>
              <a:t>昆山，</a:t>
            </a:r>
            <a:r>
              <a:rPr lang="zh-CN" altLang="en-US" sz="600"/>
              <a:t>北京</a:t>
            </a:r>
            <a:endParaRPr lang="zh-CN" altLang="en-US" sz="600"/>
          </a:p>
        </p:txBody>
      </p:sp>
      <p:sp>
        <p:nvSpPr>
          <p:cNvPr id="35" name="文本框 34"/>
          <p:cNvSpPr txBox="1"/>
          <p:nvPr/>
        </p:nvSpPr>
        <p:spPr>
          <a:xfrm>
            <a:off x="695325" y="2845435"/>
            <a:ext cx="1142365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600"/>
              <a:t>京沪高铁</a:t>
            </a:r>
            <a:r>
              <a:rPr lang="en-US" altLang="zh-CN" sz="600"/>
              <a:t> </a:t>
            </a:r>
            <a:r>
              <a:rPr lang="zh-CN" altLang="en-US" sz="600"/>
              <a:t>昆山南，北京</a:t>
            </a:r>
            <a:r>
              <a:rPr lang="zh-CN" altLang="en-US" sz="600"/>
              <a:t>南</a:t>
            </a:r>
            <a:endParaRPr lang="zh-CN" altLang="en-US" sz="600"/>
          </a:p>
        </p:txBody>
      </p:sp>
      <p:sp>
        <p:nvSpPr>
          <p:cNvPr id="36" name="文本框 35"/>
          <p:cNvSpPr txBox="1"/>
          <p:nvPr/>
        </p:nvSpPr>
        <p:spPr>
          <a:xfrm>
            <a:off x="695325" y="3028950"/>
            <a:ext cx="1142365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600"/>
              <a:t>沪宁城际</a:t>
            </a:r>
            <a:r>
              <a:rPr lang="en-US" altLang="zh-CN" sz="600"/>
              <a:t> </a:t>
            </a:r>
            <a:r>
              <a:rPr lang="zh-CN" altLang="en-US" sz="600"/>
              <a:t>花桥，</a:t>
            </a:r>
            <a:r>
              <a:rPr lang="zh-CN" altLang="en-US" sz="600"/>
              <a:t>南京</a:t>
            </a:r>
            <a:endParaRPr lang="zh-CN" altLang="en-US" sz="600"/>
          </a:p>
        </p:txBody>
      </p:sp>
      <p:sp>
        <p:nvSpPr>
          <p:cNvPr id="37" name="文本框 36"/>
          <p:cNvSpPr txBox="1"/>
          <p:nvPr/>
        </p:nvSpPr>
        <p:spPr>
          <a:xfrm>
            <a:off x="1124585" y="507365"/>
            <a:ext cx="1282065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600"/>
              <a:t>沪宁沿江城际</a:t>
            </a:r>
            <a:r>
              <a:rPr lang="en-US" altLang="zh-CN" sz="600"/>
              <a:t> </a:t>
            </a:r>
            <a:r>
              <a:rPr lang="zh-CN" altLang="en-US" sz="600"/>
              <a:t>常熟，南京</a:t>
            </a:r>
            <a:r>
              <a:rPr lang="zh-CN" altLang="en-US" sz="600"/>
              <a:t>南</a:t>
            </a:r>
            <a:endParaRPr lang="zh-CN" altLang="en-US" sz="600"/>
          </a:p>
        </p:txBody>
      </p:sp>
      <p:sp>
        <p:nvSpPr>
          <p:cNvPr id="38" name="文本框 37"/>
          <p:cNvSpPr txBox="1"/>
          <p:nvPr/>
        </p:nvSpPr>
        <p:spPr>
          <a:xfrm>
            <a:off x="1124585" y="323850"/>
            <a:ext cx="1282065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600"/>
              <a:t>沪苏通铁路</a:t>
            </a:r>
            <a:r>
              <a:rPr lang="en-US" altLang="zh-CN" sz="600"/>
              <a:t> </a:t>
            </a:r>
            <a:r>
              <a:rPr lang="zh-CN" altLang="en-US" sz="600"/>
              <a:t>常熟，</a:t>
            </a:r>
            <a:r>
              <a:rPr lang="zh-CN" altLang="en-US" sz="600"/>
              <a:t>南通西</a:t>
            </a:r>
            <a:endParaRPr lang="zh-CN" altLang="en-US" sz="600"/>
          </a:p>
        </p:txBody>
      </p:sp>
      <p:sp>
        <p:nvSpPr>
          <p:cNvPr id="39" name="文本框 38"/>
          <p:cNvSpPr txBox="1"/>
          <p:nvPr/>
        </p:nvSpPr>
        <p:spPr>
          <a:xfrm>
            <a:off x="2891790" y="323850"/>
            <a:ext cx="1282065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>
                <a:latin typeface="Arial" panose="020B0604020202020204" pitchFamily="34" charset="0"/>
                <a:cs typeface="Arial" panose="020B0604020202020204" pitchFamily="34" charset="0"/>
              </a:rPr>
              <a:t>↑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600"/>
              <a:t>北</a:t>
            </a:r>
            <a:r>
              <a:rPr lang="zh-CN" altLang="en-US" sz="600"/>
              <a:t>沿江高铁</a:t>
            </a:r>
            <a:r>
              <a:rPr lang="en-US" altLang="zh-CN" sz="600"/>
              <a:t> </a:t>
            </a:r>
            <a:r>
              <a:rPr lang="zh-CN" altLang="en-US" sz="600"/>
              <a:t>启东西，南京</a:t>
            </a:r>
            <a:r>
              <a:rPr lang="zh-CN" altLang="en-US" sz="600"/>
              <a:t>北</a:t>
            </a:r>
            <a:endParaRPr lang="zh-CN" altLang="en-US" sz="600"/>
          </a:p>
        </p:txBody>
      </p:sp>
      <p:sp>
        <p:nvSpPr>
          <p:cNvPr id="40" name="文本框 39"/>
          <p:cNvSpPr txBox="1"/>
          <p:nvPr/>
        </p:nvSpPr>
        <p:spPr>
          <a:xfrm>
            <a:off x="770255" y="4577080"/>
            <a:ext cx="1142365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600"/>
              <a:t>沪苏湖高铁</a:t>
            </a:r>
            <a:r>
              <a:rPr lang="en-US" altLang="zh-CN" sz="600"/>
              <a:t> </a:t>
            </a:r>
            <a:r>
              <a:rPr lang="zh-CN" altLang="en-US" sz="600"/>
              <a:t>苏州南，</a:t>
            </a:r>
            <a:r>
              <a:rPr lang="zh-CN" altLang="en-US" sz="600"/>
              <a:t>湖州</a:t>
            </a:r>
            <a:endParaRPr lang="zh-CN" altLang="en-US" sz="600"/>
          </a:p>
        </p:txBody>
      </p:sp>
      <p:sp>
        <p:nvSpPr>
          <p:cNvPr id="41" name="文本框 40"/>
          <p:cNvSpPr txBox="1"/>
          <p:nvPr/>
        </p:nvSpPr>
        <p:spPr>
          <a:xfrm>
            <a:off x="908050" y="5756910"/>
            <a:ext cx="97282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600"/>
              <a:t>沪乍杭高铁</a:t>
            </a:r>
            <a:r>
              <a:rPr lang="en-US" altLang="zh-CN" sz="600"/>
              <a:t> </a:t>
            </a:r>
            <a:r>
              <a:rPr lang="zh-CN" altLang="en-US" sz="600"/>
              <a:t>杭州西</a:t>
            </a:r>
            <a:endParaRPr lang="zh-CN" altLang="en-US" sz="600"/>
          </a:p>
        </p:txBody>
      </p:sp>
      <p:sp>
        <p:nvSpPr>
          <p:cNvPr id="42" name="文本框 41"/>
          <p:cNvSpPr txBox="1"/>
          <p:nvPr/>
        </p:nvSpPr>
        <p:spPr>
          <a:xfrm>
            <a:off x="1291590" y="6542405"/>
            <a:ext cx="1142365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600"/>
              <a:t>沪昆高铁</a:t>
            </a:r>
            <a:r>
              <a:rPr lang="en-US" altLang="zh-CN" sz="600"/>
              <a:t> </a:t>
            </a:r>
            <a:r>
              <a:rPr lang="zh-CN" altLang="en-US" sz="600"/>
              <a:t>杭州</a:t>
            </a:r>
            <a:r>
              <a:rPr lang="zh-CN" altLang="en-US" sz="600"/>
              <a:t>东</a:t>
            </a:r>
            <a:endParaRPr lang="zh-CN" altLang="en-US" sz="600"/>
          </a:p>
        </p:txBody>
      </p:sp>
      <p:sp>
        <p:nvSpPr>
          <p:cNvPr id="43" name="文本框 42"/>
          <p:cNvSpPr txBox="1"/>
          <p:nvPr/>
        </p:nvSpPr>
        <p:spPr>
          <a:xfrm>
            <a:off x="1291590" y="6403340"/>
            <a:ext cx="1142365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600"/>
              <a:t>沪昆线</a:t>
            </a:r>
            <a:r>
              <a:rPr lang="en-US" altLang="zh-CN" sz="600"/>
              <a:t> </a:t>
            </a:r>
            <a:r>
              <a:rPr lang="zh-CN" altLang="en-US" sz="600"/>
              <a:t>杭州</a:t>
            </a:r>
            <a:r>
              <a:rPr lang="zh-CN" altLang="en-US" sz="600"/>
              <a:t>东</a:t>
            </a:r>
            <a:endParaRPr lang="zh-CN" altLang="en-US" sz="6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WPS 演示</Application>
  <PresentationFormat>宽屏</PresentationFormat>
  <Paragraphs>134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郭磊</cp:lastModifiedBy>
  <cp:revision>157</cp:revision>
  <dcterms:created xsi:type="dcterms:W3CDTF">2019-06-19T02:08:00Z</dcterms:created>
  <dcterms:modified xsi:type="dcterms:W3CDTF">2026-05-09T05:49:32Z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05CC0F94D49A431084B1B5A387EA68C5_11</vt:lpwstr>
  </property>
</Properties>
</file>